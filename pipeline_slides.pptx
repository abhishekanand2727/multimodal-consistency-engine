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Engine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Reference-less Voice–Face Compatibility Scoring for Dubbed Video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56432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voice plausibly belong to this face?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44348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Version 2.0  |  2026-04-14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SYSTEM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Any dubbed video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.mp4  .mkv  .avi  .mov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Cross-modal analysis of face and voice — no reference audio required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26517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Probabilistic score 0–1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with component breakdown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and confidence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330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Probabilistic — never binary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41330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No ground truth needed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1330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Signals are independent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41330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Missing data → score 0.5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Pipeline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2801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298448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841248"/>
            <a:ext cx="128016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64208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(frames + audio)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4368" y="1298448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841248"/>
            <a:ext cx="1280160" cy="10972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1298448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41248"/>
            <a:ext cx="1280160" cy="109728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07024" y="1298448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841248"/>
            <a:ext cx="128016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88352" y="1298448"/>
            <a:ext cx="201168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841248"/>
            <a:ext cx="128016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841248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3840480" cy="36576"/>
          </a:xfrm>
          <a:prstGeom prst="rect">
            <a:avLst/>
          </a:prstGeom>
          <a:solidFill>
            <a:srgbClr val="0D6EFD">
              <a:alpha val="40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EB3FF"/>
                </a:solidFill>
              </a:rPr>
              <a:t>FACE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DeepFace.analyze @ 2 FPS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Gender distribution (normalised)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Age distribution (5 buckets, σ=8)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Face confidence score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160520" cy="36576"/>
          </a:xfrm>
          <a:prstGeom prst="rect">
            <a:avLst/>
          </a:prstGeom>
          <a:solidFill>
            <a:srgbClr val="6F42C1">
              <a:alpha val="40000"/>
            </a:srgbClr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39BD3"/>
                </a:solidFill>
              </a:rPr>
              <a:t>AUDIO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VAD → speech isolation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Segmentation (2–5 s chunks)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282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wav2vec2 gender · pyin pitch · Praat F1/F2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▸  Voice confidence score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49640" cy="36576"/>
          </a:xfrm>
          <a:prstGeom prst="rect">
            <a:avLst/>
          </a:prstGeom>
          <a:solidFill>
            <a:srgbClr val="B85042">
              <a:alpha val="50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005072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8D1"/>
                </a:solidFill>
              </a:rPr>
              <a:t>SCORING ENGINE — 4 independent components → raw_score × confidence = overall_score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434840"/>
            <a:ext cx="19202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Gender  ×0.35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434840"/>
            <a:ext cx="19202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  ×0.30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17720" y="4434840"/>
            <a:ext cx="1920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Pitch  ×0.20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0840" y="4434840"/>
            <a:ext cx="19202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Formant  ×0.15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STEP 1 —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&amp; Audio Extraction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Video Frames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960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691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OpenCV (cv2)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960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167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 FPS (configurable)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960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6426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frame_interval = round(fps ÷ 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18104"/>
            <a:ext cx="960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181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1181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BGR numpy.ndarray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960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9359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5935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try/finally release()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251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97280"/>
            <a:ext cx="64008" cy="347472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Audio Track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12344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6916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1691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ffmpeg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67128"/>
            <a:ext cx="12344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16712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Sample rate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2167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16 kHz (speech standard)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642616"/>
            <a:ext cx="12344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426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2642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118104"/>
            <a:ext cx="12344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1810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11810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PCM 16-bit (lossless)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593592"/>
            <a:ext cx="12344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5935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3593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WAV (no artifacts)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-y -i input.mp4 -vn -acodec pcm_s16le -ar 16000 -ac 1 audio.wav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6EFD"/>
                </a:solidFill>
              </a:rPr>
              <a:t>STEP 2 — FACE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DeepFace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38404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Gender Distribution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DeepFace → {Man%, Woman%}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Normalised per frame → [0,1]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Averaged across all valid frames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Re-normalised to sum to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Point age → Gaussian CDF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5 buckets: child/teen/adult/middle/senior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76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σ = 8 years (moderate spread)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Averaged across frames (opinion pooling)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63240"/>
            <a:ext cx="4206240" cy="384048"/>
          </a:xfrm>
          <a:prstGeom prst="rect">
            <a:avLst/>
          </a:prstGeom>
          <a:solidFill>
            <a:srgbClr val="5D86DB"/>
          </a:solidFill>
          <a:ln w="12700">
            <a:solidFill>
              <a:srgbClr val="5D8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081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Frame Filtering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Discard frame if face_conf &lt; 0.5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Prevents noisy detections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42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enforce_detection = False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silent = True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4206240" cy="384048"/>
          </a:xfrm>
          <a:prstGeom prst="rect">
            <a:avLst/>
          </a:prstGeom>
          <a:solidFill>
            <a:srgbClr val="5D86DB"/>
          </a:solidFill>
          <a:ln w="12700">
            <a:solidFill>
              <a:srgbClr val="5D8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081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Confidence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0.50 × detection_ratio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+ 0.25 × gender_stability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142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+ 0.25 × age_stability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·  Clipped to [0, 1]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0D6EFD">
              <a:alpha val="15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72744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</a:rPr>
              <a:t>child 0–12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472744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</a:rPr>
              <a:t>teen 13–19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472744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</a:rPr>
              <a:t>adult 20–35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472744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</a:rPr>
              <a:t>middle 35–55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78040" y="472744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</a:rPr>
              <a:t>senior 55+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F42C1"/>
                </a:solidFill>
              </a:rPr>
              <a:t>STEP 3 — AUDIO PIPELINE (PART 1)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Activity Detection &amp; Segmentation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292608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VAD — Energy-based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RMS energy via librosa (2048 window, 512 hop)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2082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Adaptive threshold: max(0.01, P30 × 3.0)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Frame-level mask → sample-level expansion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620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Silences zeroed out → audio_clean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826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Output: speech_ratio (fraction of speech frames)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51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64008" cy="292608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Segmentation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Target: 3 s chunks (2–5 s range)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20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Tail &lt; 2 s merged into last segment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441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Merged tail clamped to max 5 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862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Min 2 s: needed for pitch/formants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82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▸  Max 5 s: avoids Praat accuracy loss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60520"/>
            <a:ext cx="64008" cy="77724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Voice Confidence: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251960"/>
            <a:ext cx="6172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0.25×speech_score  +  0.20×segment_score  +  0.30×feature_score  +  0.25×consistency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F42C1"/>
                </a:solidFill>
              </a:rPr>
              <a:t>STEP 3 — AUDIO PIPELINE (PART 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Per-Segment Feature Extraction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wav2vec2 Gender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Model: alefiury/wav2vec2-large-xlsr-53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Raw waveform → {male, female} prob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Re-normalised to sum 1 per segment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Fallback: {0.5, 0.5} on failure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INDEPENDENT — no pitch or formant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420624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Pitch F0 (pyin)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996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librosa.pyin — probabilistic YIN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Range: 65–2093 Hz (C2–C7)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Only voiced frames 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Outliers outside 50–500 Hz discarded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4505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Returns median (robust to errors)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420624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852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Formants F1 / F2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236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Praat Burg LPC method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5 formants, 25 ms window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Gender-adaptive ceiling: 5000 / 5500 Hz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50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Valid: F1 200–1000 Hz, F2 500–3500 Hz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Median of valid frames returned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34640"/>
            <a:ext cx="4206240" cy="34747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852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 Heuristic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236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Spectral centroid (librosa)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&gt;2600 Hz → teen (15 yr est.)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1700–2600 Hz → 25 / 38 / 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50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&lt;1700 Hz → senior (62)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87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·  σ = 15 yr (wide — low reliability)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6F42C1">
              <a:alpha val="15000"/>
            </a:srgbClr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42C1"/>
                </a:solidFill>
              </a:rPr>
              <a:t>All segments aggregated using RMS-energy weighting — louder (speech-richer) segments trusted more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042"/>
                </a:solidFill>
              </a:rPr>
              <a:t>STEP 4 — SCORING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Independent Scoring Components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2296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 0.35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0698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Gender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99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</a:rPr>
              <a:t>Dot product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097280"/>
            <a:ext cx="265176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11556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face.p_male × voice.p_male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face.p_female × voice.p_female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0" y="1097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Highest perceptual salience — gender mismatch is immediately obvious to listeners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29968"/>
            <a:ext cx="82296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299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 0.30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0482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Age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Dot product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2075688"/>
            <a:ext cx="265176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093976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(face.bucket_i × voice.bucket_i)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5 age buckets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0756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Strong cue — a child's face with an elderly voice is jarring even with correct gender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08376"/>
            <a:ext cx="8229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083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 0.20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0266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Pitch 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355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Gaussian plausibility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3054096"/>
            <a:ext cx="265176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072384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p_male×G(F0,132.5,35)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p_female×G(F0,210,30)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305409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Physical signal tied to vocal cord vibration — blended by face gender probability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8229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867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× 0.15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005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Formant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334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Gaussian plausibility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4032504"/>
            <a:ext cx="265176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05079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0.7×F2_score + 0.3×F1_score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(gender-adaptive ranges)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403250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Vocal tract length marker — F2 dominant (70%) as most sex-differentiated formant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E7E8D1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188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5042"/>
                </a:solidFill>
              </a:rPr>
              <a:t>Missing feature (pitch or formant unavailable) → component score = 0.5 (neutral — absence of evidence ≠ evidence of absence)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7BC62"/>
                </a:solidFill>
              </a:rPr>
              <a:t>STEP 5 — FINAL 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Computing raw_score, confidence &amp; overall_score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12064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raw_score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0.35 × gender_score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+ 0.30 × age_score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+ 0.20 × pitch_score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+ 0.15 × formant_score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035808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</a:rPr>
              <a:t>confidence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min(face_confidence, voice_confidence)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512064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overall_score = raw_score × confidence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1051560"/>
            <a:ext cx="3154680" cy="3703320"/>
          </a:xfrm>
          <a:prstGeom prst="rect">
            <a:avLst/>
          </a:prstGeom>
          <a:solidFill>
            <a:srgbClr val="16213E"/>
          </a:solidFill>
          <a:ln w="6350">
            <a:solidFill>
              <a:srgbClr val="55557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078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Sample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13898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16824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"overall_score": 0.61,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19751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"raw_score": 0.74,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2267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0.82,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"components":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06440" y="2852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"gender": 0.91,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31455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   0.68,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06440" y="34381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"pitch":  0.72,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7307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"formant": 0.55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06440" y="4023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3159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EVALUATION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is Validated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Pairwise Ranking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Exhaustive comparison: good &gt; acceptable &gt; bad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562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Adaptive tie margin = 0.01 × score_range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18541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Equivalent to Mann-Whitney U statistic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514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Accuracy 0.5 = random, 1.0 = perfect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Margin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5270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Raw margin: score_high − score_low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18562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Normalized by score_range (scale-invariant)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218541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Margin-weighted accuracy (large correct &gt; large wrong)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514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Clipped at ±0.3 to prevent outlier dominance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09728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097280"/>
            <a:ext cx="2743200" cy="36576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Confidence-Weighted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15270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Pair weight = min(conf_high, conf_low)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1928" y="18562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Tests: do high-confidence pairs rank correctly?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81928" y="218541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conf_weighted &gt;&gt; accuracy → trust calibrated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2514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conf_weighted &lt;&lt; accuracy → confidence miscalibrated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274320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Bootstrap Stability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3493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100 resamples (with replacement)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82219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Reports mean_accuracy + std_accuracy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9768" y="415137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high_variance flag if std &gt; 0.10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448056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Answers: are these numbers trustworthy?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063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063240"/>
            <a:ext cx="27432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 Distributions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55848" y="3493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Per-label: mean, std, P10–P90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55848" y="382219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Overlap analysis (mild / significant / severe)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55848" y="415137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Separation = mean_good − mean_bad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55848" y="448056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Label ordering validation before analysis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3063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3063240"/>
            <a:ext cx="274320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 Separation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81928" y="3493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Per signal: mean_good − mean_bad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81928" y="382219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High separation → component earns its weight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81928" y="4151376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Low / negative → uninformative or harmful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81928" y="448056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·  Guides weight tuning in future iterations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DESIGN PRINCIPLES &amp;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&amp; Interface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Principles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✓  All scores probabilistic 0–1, never binary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✓  Signals fully independent (no cross-feeding)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✓  Missing feature → 0.5 neutral, not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✓  Confidence = min(face_conf, voice_conf)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✓  Extend codebase — do NOT rewrite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383280"/>
            <a:ext cx="64008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Never 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✗  Hardcode thresholds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✗  Add fake defaults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98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✗  Mix signals (pitch ≠ gender input)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654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✗  Binary classify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051560"/>
            <a:ext cx="4343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051560"/>
            <a:ext cx="64008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API  (FastAPI)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572768"/>
            <a:ext cx="54864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15727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874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Upload video → returns job_id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139696"/>
            <a:ext cx="402336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1396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/evaluate -F file=@video.mp4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/result/{job_id}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044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Poll for result JSON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310128"/>
            <a:ext cx="402336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101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/result/{job_id}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80560" y="4160520"/>
            <a:ext cx="4343400" cy="777240"/>
          </a:xfrm>
          <a:prstGeom prst="rect">
            <a:avLst/>
          </a:prstGeom>
          <a:solidFill>
            <a:srgbClr val="E7E8D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16052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Stack: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45152" y="453542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DeepFace · wav2vec2 · librosa pyin · Praat · FastAPI · ffmpeg · OpenCV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Range Semantics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527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– 0.35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1298448"/>
            <a:ext cx="1188720" cy="40233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9844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29844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Voice and face are highly incompatible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71323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84248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9397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 – 0.65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2139696"/>
            <a:ext cx="1188720" cy="4023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3969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Uncertain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139696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Weak signal — confidence likely 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71323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25496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3522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 – 0.85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94560" y="2980944"/>
            <a:ext cx="11887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9809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Compatible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298094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Voice plausibly belongs to this face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8229600" cy="71323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66744"/>
            <a:ext cx="73152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7647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– 1.0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94560" y="3822192"/>
            <a:ext cx="118872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8221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Excellent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82219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Strong cross-modal consistency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Multimodal Consistency Engine  ·  v2.0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Consistency Engine</dc:title>
  <dc:subject>PptxGenJS Presentation</dc:subject>
  <dc:creator>Abhishek</dc:creator>
  <cp:lastModifiedBy>Abhishek</cp:lastModifiedBy>
  <cp:revision>1</cp:revision>
  <dcterms:created xsi:type="dcterms:W3CDTF">2026-04-14T17:52:15Z</dcterms:created>
  <dcterms:modified xsi:type="dcterms:W3CDTF">2026-04-14T17:52:15Z</dcterms:modified>
</cp:coreProperties>
</file>